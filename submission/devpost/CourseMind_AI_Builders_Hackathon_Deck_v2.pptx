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aeb05ec2414757" /><Relationship Type="http://schemas.openxmlformats.org/officeDocument/2006/relationships/extended-properties" Target="/docProps/app.xml" Id="R0a51457b96e44ff5" /><Relationship Type="http://schemas.openxmlformats.org/officeDocument/2006/relationships/officeDocument" Target="/ppt/presentation.xml" Id="R36c414ae84514a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64e48df76941af"/>
  </p:sldMasterIdLst>
  <p:notesMasterIdLst>
    <p:notesMasterId xmlns:r="http://schemas.openxmlformats.org/officeDocument/2006/relationships" r:id="Rc1f83262067a4b15"/>
  </p:notesMasterIdLst>
  <p:sldIdLst>
    <p:sldId xmlns:r="http://schemas.openxmlformats.org/officeDocument/2006/relationships" id="256" r:id="Rfc0fd418f6ca4408"/>
    <p:sldId xmlns:r="http://schemas.openxmlformats.org/officeDocument/2006/relationships" id="257" r:id="Rdd594bd860ba484a"/>
    <p:sldId xmlns:r="http://schemas.openxmlformats.org/officeDocument/2006/relationships" id="258" r:id="Rff4370f3668a4720"/>
    <p:sldId xmlns:r="http://schemas.openxmlformats.org/officeDocument/2006/relationships" id="259" r:id="R6831c19bc6494b4f"/>
    <p:sldId xmlns:r="http://schemas.openxmlformats.org/officeDocument/2006/relationships" id="260" r:id="R86d62faaa2694760"/>
    <p:sldId xmlns:r="http://schemas.openxmlformats.org/officeDocument/2006/relationships" id="261" r:id="Rfce9e211cff74e83"/>
    <p:sldId xmlns:r="http://schemas.openxmlformats.org/officeDocument/2006/relationships" id="262" r:id="R9c17b8af7ae54e3a"/>
    <p:sldId xmlns:r="http://schemas.openxmlformats.org/officeDocument/2006/relationships" id="263" r:id="Rd8461976f8134c6a"/>
    <p:sldId xmlns:r="http://schemas.openxmlformats.org/officeDocument/2006/relationships" id="264" r:id="Rf110aa3a787d48ae"/>
    <p:sldId xmlns:r="http://schemas.openxmlformats.org/officeDocument/2006/relationships" id="265" r:id="R8f6945ba771045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892b38d65644f9" /><Relationship Type="http://schemas.openxmlformats.org/officeDocument/2006/relationships/slideMaster" Target="/ppt/slideMasters/slideMaster1.xml" Id="Rd464e48df76941af" /><Relationship Type="http://schemas.openxmlformats.org/officeDocument/2006/relationships/notesMaster" Target="/ppt/notesMasters/notesMaster1.xml" Id="Rc1f83262067a4b15" /><Relationship Type="http://schemas.openxmlformats.org/officeDocument/2006/relationships/presProps" Target="/ppt/presProps.xml" Id="R7e5c1008bb6f48ae" /><Relationship Type="http://schemas.openxmlformats.org/officeDocument/2006/relationships/tableStyles" Target="/ppt/tableStyles.xml" Id="R129f7cc355d44a0b" /><Relationship Type="http://schemas.openxmlformats.org/officeDocument/2006/relationships/slide" Target="/ppt/slides/slide1.xml" Id="Rfc0fd418f6ca4408" /><Relationship Type="http://schemas.openxmlformats.org/officeDocument/2006/relationships/slide" Target="/ppt/slides/slide2.xml" Id="Rdd594bd860ba484a" /><Relationship Type="http://schemas.openxmlformats.org/officeDocument/2006/relationships/slide" Target="/ppt/slides/slide3.xml" Id="Rff4370f3668a4720" /><Relationship Type="http://schemas.openxmlformats.org/officeDocument/2006/relationships/slide" Target="/ppt/slides/slide4.xml" Id="R6831c19bc6494b4f" /><Relationship Type="http://schemas.openxmlformats.org/officeDocument/2006/relationships/slide" Target="/ppt/slides/slide5.xml" Id="R86d62faaa2694760" /><Relationship Type="http://schemas.openxmlformats.org/officeDocument/2006/relationships/slide" Target="/ppt/slides/slide6.xml" Id="Rfce9e211cff74e83" /><Relationship Type="http://schemas.openxmlformats.org/officeDocument/2006/relationships/slide" Target="/ppt/slides/slide7.xml" Id="R9c17b8af7ae54e3a" /><Relationship Type="http://schemas.openxmlformats.org/officeDocument/2006/relationships/slide" Target="/ppt/slides/slide8.xml" Id="Rd8461976f8134c6a" /><Relationship Type="http://schemas.openxmlformats.org/officeDocument/2006/relationships/slide" Target="/ppt/slides/slide9.xml" Id="Rf110aa3a787d48ae" /><Relationship Type="http://schemas.openxmlformats.org/officeDocument/2006/relationships/slide" Target="/ppt/slides/slide10.xml" Id="R8f6945ba771045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329d4ee9346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f84162c21e40e9" /><Relationship Type="http://schemas.openxmlformats.org/officeDocument/2006/relationships/notesMaster" Target="/ppt/notesMasters/notesMaster1.xml" Id="R4f8e9ca793834d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de60e0c2b94f4a" /><Relationship Type="http://schemas.openxmlformats.org/officeDocument/2006/relationships/notesMaster" Target="/ppt/notesMasters/notesMaster1.xml" Id="R24de3f6239184d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c200bda5854a51" /><Relationship Type="http://schemas.openxmlformats.org/officeDocument/2006/relationships/notesMaster" Target="/ppt/notesMasters/notesMaster1.xml" Id="R16eea022e0fe4f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0389efb03d486f" /><Relationship Type="http://schemas.openxmlformats.org/officeDocument/2006/relationships/notesMaster" Target="/ppt/notesMasters/notesMaster1.xml" Id="Rc7fcd9be34dc44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7c046d02cd4468" /><Relationship Type="http://schemas.openxmlformats.org/officeDocument/2006/relationships/notesMaster" Target="/ppt/notesMasters/notesMaster1.xml" Id="R6be31b6a044547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a14d1a1f5443bf" /><Relationship Type="http://schemas.openxmlformats.org/officeDocument/2006/relationships/notesMaster" Target="/ppt/notesMasters/notesMaster1.xml" Id="R2d4f54efb6094c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98022240d74e18" /><Relationship Type="http://schemas.openxmlformats.org/officeDocument/2006/relationships/notesMaster" Target="/ppt/notesMasters/notesMaster1.xml" Id="Reeb8fdb8dc6541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7782df3a8a4e8a" /><Relationship Type="http://schemas.openxmlformats.org/officeDocument/2006/relationships/notesMaster" Target="/ppt/notesMasters/notesMaster1.xml" Id="R0339fc790b234f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dfc6b7119147da" /><Relationship Type="http://schemas.openxmlformats.org/officeDocument/2006/relationships/notesMaster" Target="/ppt/notesMasters/notesMaster1.xml" Id="R8c97bae794a24b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94a79c304b4598" /><Relationship Type="http://schemas.openxmlformats.org/officeDocument/2006/relationships/notesMaster" Target="/ppt/notesMasters/notesMaster1.xml" Id="R7b777e9867844f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Submission material based on repository README and Devpost AI Builders Hackathon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derived from CourseMind project summary and intended student review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Maps to Devpost solution overview and product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users from repository submission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implemented product features from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from README and project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usage disclosure from repository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and value proposition for Devpost judging.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limits should stay visible for judging transparency.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from project summary and Devpost submission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aa02fe2784f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8aa6a3412a41d0" /><Relationship Type="http://schemas.openxmlformats.org/officeDocument/2006/relationships/slideLayout" Target="/ppt/slideLayouts/slideLayout1.xml" Id="Rbdacf4f98e7f42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cf4f98e7f42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2cb7353444ad4" /><Relationship Type="http://schemas.openxmlformats.org/officeDocument/2006/relationships/notesSlide" Target="/ppt/notesSlides/notesSlide1.xml" Id="R0b696cc3f1ce4d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dca2986b94e7b" /><Relationship Type="http://schemas.openxmlformats.org/officeDocument/2006/relationships/notesSlide" Target="/ppt/notesSlides/notesSlide2.xml" Id="R9632251b391745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e3df4205b4dcd" /><Relationship Type="http://schemas.openxmlformats.org/officeDocument/2006/relationships/notesSlide" Target="/ppt/notesSlides/notesSlide3.xml" Id="R87bce74c44ac4e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5a2506bf44771" /><Relationship Type="http://schemas.openxmlformats.org/officeDocument/2006/relationships/notesSlide" Target="/ppt/notesSlides/notesSlide4.xml" Id="R3e187dac373046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0144bc7f84bb4" /><Relationship Type="http://schemas.openxmlformats.org/officeDocument/2006/relationships/notesSlide" Target="/ppt/notesSlides/notesSlide5.xml" Id="Rf977e986cb3742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64ec437a349e3" /><Relationship Type="http://schemas.openxmlformats.org/officeDocument/2006/relationships/notesSlide" Target="/ppt/notesSlides/notesSlide6.xml" Id="Rfacf2ecae5ad46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4e5280cf84b6d" /><Relationship Type="http://schemas.openxmlformats.org/officeDocument/2006/relationships/notesSlide" Target="/ppt/notesSlides/notesSlide7.xml" Id="R1bfedd5eb98c46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c73807dc1491d" /><Relationship Type="http://schemas.openxmlformats.org/officeDocument/2006/relationships/notesSlide" Target="/ppt/notesSlides/notesSlide8.xml" Id="Rf7e9c77611af4e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000b27a994641" /><Relationship Type="http://schemas.openxmlformats.org/officeDocument/2006/relationships/notesSlide" Target="/ppt/notesSlides/notesSlide9.xml" Id="Rcbc9f37ca1344a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88656d90542c9" /><Relationship Type="http://schemas.openxmlformats.org/officeDocument/2006/relationships/notesSlide" Target="/ppt/notesSlides/notesSlide10.xml" Id="R1baad463be9243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77D34-2FEB-4471-B3D4-70FB3113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5BC7A-8378-46FF-B6E0-ADAFD3E8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538E4-440B-44AD-8774-69722D46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An AI study canvas for course materials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FBD2A-33D9-418D-AA4B-F33C7844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CourseMind turns uploaded course materials into source-backed Q&amp;A, visual concept cards, follow-up notes, quizzes, and weak-point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Built for AI Builders Hackathon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D2EE9-72C6-456E-BEA5-EEA56731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Vue 3, FastAPI, PostgreSQL, pgvector, DashScope Qwen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25291-E25C-4498-BAFC-B6B24AEA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43582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562CF-0720-4E77-AEDB-01CA0509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7E39D-CA57-4EF7-913C-F01B71D9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44CF6-6359-4D59-8061-F7FC52F0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Students lose time deciding what to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615A4-7FD5-4022-B31D-7F6AAEDE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Long PDFs and lecture notes hide the most important concepts.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Generic AI answers can be hard to trust without 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Follow-up questions, notes, quizzes, and weak points often live in separate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9F92A-4B5B-4674-99F1-EC2EA93B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116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20203-9620-47C9-BB9F-85B7EF30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99B03-1489-4B4D-BCFB-F8C34556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Solution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727ED-4597-4C52-8479-AF572A3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One workflow from material to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A3B4F-985C-4FD8-B03A-1DA9C7AF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1. Upload course files.</a:t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2. Ask grounded questions with cited sources.</a:t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3. Generate a learning canvas.</a:t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4. Expand one concept with follow-up questions.</a:t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5. Create quizzes and review weak 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3FC62-DBCA-4815-89C8-F55CA79D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188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CD2A3-BEA2-4779-A80C-E63B10D5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2C862-E318-4AB0-AFFE-B14EF22C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Target Users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9E347-87A7-4238-8F9B-A65AAF92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Students who need active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CD14D-3C29-4A6A-ABC8-F0945CCC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University students preparing for exams.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Online learners organizing course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Bilingual learners working across English and Chinese materials.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Students who want AI support while keeping source traceability.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370CD-8FD4-40C2-A810-9CB331F1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09562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B9887-FE1D-453D-83E6-601C46B5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B03D3-E9A1-4B2D-9EED-98036B73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Product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797EC-A303-443D-82BF-D2570AA6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Core capabilities in the current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DC7E4-B89B-4E02-8EE5-05028F06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Document management for TXT, Markdown, and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Knowledge base Q&amp;A with source snippets.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Learning canvas with concept cards and citations.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Follow-up child cards, quizzes, and weak-point markers.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English and Simplified Chinese UI.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C8EBA-7BE6-401C-AD62-638BEB2A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0587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2BB01-99FB-41DA-8896-50121CB7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6AF95-13C9-4B0C-AE4F-8C544AB9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Technical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19806-A46C-484E-B8C4-71C27260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full-stack RAG learning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8788D-C0BC-40B5-9F35-3F2F737F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Frontend: Vue 3, TypeScript, Vite, Element Plus, Pinia, Vue I18n.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Backend: FastAPI, SQLAlchemy, Alembic, JWT authentication.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Data: PostgreSQL 17 with pgvector.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AI: DashScope Qwen and text-embedding-v3.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Deployment: Docker Compose.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74900-E172-4071-A86D-8514F6CD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72740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04DA0-5E6A-4022-91C5-4B9089A5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FC8A9-4F1E-4E7F-8E73-AA0F9C58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AI Technologies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726AE-7053-4BD5-BC9B-06D32DC0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Retrieval and generation stay connected to course materials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C2855-FAD7-4044-8BE0-C43B19E0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DashScope text-embedding-v3 embeds document chunks.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pgvector retrieves relevant chunks by semantic similarity.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Qwen generates answers, concept cards, follow-up explanations, and quiz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UI shows sources and insufficient-context states where available.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A2C70-2B0B-44F6-9912-F18CA5A9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259122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FB798-A1BD-4CA4-8939-8F6753A1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67561-DAFB-4BEF-AE51-CA034B8A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Impact and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BD8E2-6E56-47F8-A246-BF456919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more trustworthy review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F7FD5-ED90-4F99-9B65-897886B5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Students spend less time finding key concepts.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Source snippets make AI answers easier to verify.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Follow-up behavior creates weak-point signals.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canvas keeps notes, questions, quizzes, and review focus in one place.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0D08C-8374-4554-B650-1C2931F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39554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79731-A9E7-4250-86A3-CE18C8E1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9815F-F264-4EF0-B5D1-87797B79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Current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ABC85-F4D4-4265-BDBA-DF1CB2A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Ready for a judged prototype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9D0D7-5869-4B99-90D0-715FD9EE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Built: authentication, document upload, RAG Q&amp;A, learning canvas, AI chat, bilingual UI, Docker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Limits: no PPTX or DOCX parsing, no scanned PDF OCR, card-grid canvas instead of freeform drag-and-drop, real AI flows require DashScope credentials.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9797B-5DF2-45EC-A72D-E1360C28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32163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683B1-1A08-4DD2-B0B3-A9175BC4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CourseMind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D3281-36B4-4DAC-BA68-1A4489A7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Future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30057-2C82-4252-B477-EF61CDE3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From prototype to daily study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99811-5748-49A6-8F3D-2E65DE2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810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Add PPTX, DOCX, scanned PDF, and image OCR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Add freeform drag-and-drop canvas organization.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Add spaced repetition and long-term learner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Export notes to Markdown, flashcards, or study plans.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Add instructor analytics for class-level weak 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ED239-07E1-45D3-982D-C9973D9E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15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182530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2026-09-15T17:39:28.6470000Z</dcterms:created>
  <dcterms:modified xsi:type="dcterms:W3CDTF">2026-09-15T17:39:28.6470000Z</dcterms:modified>
</coreProperties>
</file>